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0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</a:rPr>
              <a:t>WorkLoom 获客系统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PingFang SC"/>
              </a:rPr>
              <a:t>短视频社媒营销 × GEO × 获客五环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PingFang SC"/>
              </a:rPr>
              <a:t>把获客从玄学，变成一门可测量、可追溯、可归因的生意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D6DE"/>
                </a:solidFill>
                <a:latin typeface="PingFang SC"/>
              </a:rPr>
              <a:t>—— 给开发者的业务全景介绍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你的客户，正在被这三笔账拖垮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第一笔：流量越来越贵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投流成本年年涨，内容不发就没声量，发了没转化就是给平台打工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第二笔：询盘接不住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评论区一句「怎么订」半小时没人回，客户就去别家了——夜间/高峰期询盘流失率超 70%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第三笔：佣金被抽走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以酒店为例 OTA 佣金 15-25%——辛苦服务一整晚，平台躺着抽走四分之一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D4002A"/>
                </a:solidFill>
                <a:latin typeface="PingFang SC"/>
              </a:rPr>
              <a:t>还有一个大多数人没看见的变化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4B5A"/>
                </a:solidFill>
                <a:latin typeface="PingFang SC"/>
              </a:rPr>
              <a:t>42% 消费者已开始用生成式 AI 查消费信息——AI 搜索里没有你，就失去了一个爆发中的新入口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WorkLoom 获客系统是什么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4A2B33"/>
                </a:solidFill>
                <a:latin typeface="PingFang SC"/>
              </a:rPr>
              <a:t>一支 AI 获客班组住进商家的通讯录：找人群、做内容、接询盘、跟线索、算成交。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D4002A"/>
                </a:solidFill>
                <a:latin typeface="PingFang SC"/>
              </a:rPr>
              <a:t>商家只做三件事：定方向、拍板、收钱。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不是代运营工具，是「经营系统」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员工、围栏、审批、账本、事件链一应俱全——AI 在规则内干活，人在关键处拍板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不是 demo 玩具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多租户底座、RLS 数据隔离、400+ 条场景测试、发布门禁——按生产标准建造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首垂直行业：酒店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低星单体/民宿/无人酒店三类客群默认配置；底座按 Bundle 复制到各行业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客户视角：酒店店主的一天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07:30  手机收到【晨报】：昨日曝光/询盘/成交、待拍板 2 项，一句话看懂生意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09:15  AI 已把昨夜评论区的「怎么订」全部秒回，3 条高意向线索转成了企微私聊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11:00  内容工厂按本周热点出了 5 条短视频脚本，店主点「批准」2 条进入发布队列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15:20  RPA 模拟人工把视频发到抖音/小红书，回执自动归档，失败挂起转人工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21:40  GEO 监测：「杭州亲子酒店」AI 搜索答案里出现了自家店，曝光位次上升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A2B33"/>
                </a:solidFill>
                <a:latin typeface="PingFang SC"/>
              </a:rPr>
              <a:t>23:55  夜班接管：继续回询盘、发券跟进线索；店主早已休息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获客五环：每一环都可度量到钱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① 意图洞察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社媒监听 + GEO 情报：客户在问什么、AI 搜索缺什么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知道该做什么内容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② 双域触达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9572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短视频内容工厂 + GEO 内容工厂，一条生产线两个战场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3957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内容不再断更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③ 四路承接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419856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评论秒回 / 私信 / 企微 / C 端服务前台，询盘不漏一个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419856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询盘流失率从 70% 压到个位数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④ 线索转化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443984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券 SKU + 私域跟进 + 人审报价，绕开 OTA 高佣金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44398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佣金节省看得见（演示口径月省 ¥14,900）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68112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⑤ 归因复盘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4681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B33"/>
                </a:solidFill>
                <a:latin typeface="PingFang SC"/>
              </a:rPr>
              <a:t>五元事件全链路归因：每块钱从哪来、到哪去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468112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下月预算花在刀刃上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三端界面：客户每天真正在用的样子</a:t>
            </a:r>
          </a:p>
        </p:txBody>
      </p:sp>
      <p:pic>
        <p:nvPicPr>
          <p:cNvPr id="3" name="Picture 2" descr="pc-3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PC · B 端工作台</a:t>
            </a:r>
          </a:p>
        </p:txBody>
      </p:sp>
      <p:pic>
        <p:nvPicPr>
          <p:cNvPr id="5" name="Picture 4" descr="shell-g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62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B 端移动（手机壳）</a:t>
            </a:r>
          </a:p>
        </p:txBody>
      </p:sp>
      <p:pic>
        <p:nvPicPr>
          <p:cNvPr id="7" name="Picture 6" descr="mobile-c-3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188720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4002A"/>
                </a:solidFill>
                <a:latin typeface="PingFang SC"/>
              </a:rPr>
              <a:t>C 端 AI 服务前台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全部为运行态实机截图（Mock 数据模式），pnpm preview:all 一键复现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AI 班组：16 个员工各管一摊，7×24 不下班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内容线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热点猎手找选题 → 脚本写手出稿 → 人审台把关 → RPA 六平台分发 → 数据回收复盘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营销线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意图雷达盯评论区与 AI 搜索 → GEO 写手抢占 AI 答案位 → 曝光监测每日报位次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服务线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AI 接待员秒回询盘（知识库 385 问）→ 高意向转私域 → 券运营发券促单 → 客成回访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经营线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公司 CEO 统筹晨报 → 收益看守盯价格库存 → 巡检发现异常 → 夜班接管不打烊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客户为什么敢把生意交给它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围栏：AI 的行动边界是规则，不是自觉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报价必审、券库存熔断、线索出域必审、客资隐私脱敏——26 条酒店围栏事前裁决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人审：关键决策永远有人拍板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必审事项 AI 只提案不执行；审批卡片直达老板手机，一键批准/驳回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可追溯：每个动作都有案底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五元事件 + hash 链，谁、在什么时间、做了什么、依据哪条规则——可验链、可回放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不越权：模型失灵也不失控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离线确定性模型兜底；异常即挂起转人工，绝不静默硬闯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给开发者的桥：每个业务能力背后是哪块代码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获客五环 · 意图洞察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social-listening + bundles/geo-growth 情报管线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内容生产与分发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9456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ai-video + video-studio + publish-rpa（六平台 RPA）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询盘承接与转化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63239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service-* 四件（C 端）+ im-channels + bundles/hotel 获客域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AI 班组调度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captain（ASK/QUEST 编排）+ night-shift（夜班）+ model-router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围栏与人审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006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fence-engine（DSL 裁决）+ review-console（人审台）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002A"/>
                </a:solidFill>
                <a:latin typeface="PingFang SC"/>
              </a:rPr>
              <a:t>可追溯与隔离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6692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2B33"/>
                </a:solidFill>
                <a:latin typeface="PingFang SC"/>
              </a:rPr>
              <a:t>workdata（五元事件/RLS）+ packages/db（迁移/验链）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5 分钟开箱：不需要任何账号和密钥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D4002A"/>
                </a:solidFill>
                <a:latin typeface="PingFang SC"/>
              </a:rPr>
              <a:t>pnpm install &amp;&amp; pnpm preview:all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PC 端 B 端工作台 → http://localhost:3000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经营主页全员就位、晨报、待审批、一句话目标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B 端移动 → http://localhost:3001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12 页高保真演示页 + 手机壳容器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C 端 AI 服务前台 → http://localhost:3002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免登对话：查订单/售后/物流/常见问题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Mock 数据已固化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种子演示数据 + 离线确定性模型 + 演示直登；界面常驻「全模拟运行态」横幅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D4002A"/>
                </a:solidFill>
                <a:latin typeface="PingFang SC"/>
              </a:rPr>
              <a:t>接手二次开发：人与 Agent 各有一条通道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人类开发者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README 能力速览 → install 欢迎横幅 → docs/capabilities.auto.md（能力导览）→ 本文 PPT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AI Coding Agent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AGENTS.md 入场 → .ai-prompt → pnpm agent:tour（能力自检巡游）→ docs/capability-map.md（全量机器清单）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沙箱自带「手」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computer-use 浏览器/电脑操作能力：preflight 后可用 browser_* 动作自动打开三端验证，UI 改动必须截图核对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4002A"/>
                </a:solidFill>
                <a:latin typeface="PingFang SC"/>
              </a:rPr>
              <a:t>工程纪律（硬性）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4B5A"/>
                </a:solidFill>
                <a:latin typeface="PingFang SC"/>
              </a:rPr>
              <a:t>pnpm suite（445 条）· pnpm release:gate（发布门禁，未全过禁止发布）· docs/design-system.md（糖果视觉规范）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D4002A"/>
                </a:solidFill>
                <a:latin typeface="PingFang SC"/>
              </a:rPr>
              <a:t>从酒店到千行百业：Bundle 化复制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底座不变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围栏/编排/事件/隔离/人审/夜班——行业无关的经营基建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行业打包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每个行业一个 Bundle：员工（preset）+ 围栏 + 技能 + 对象 + 管线 + 默认客群配置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已有样例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bundles/hotel（酒店获客 v3.3.0）· bundles/geo-growth（GEO 双域）· bundles/ai-video（短视频）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D4002A"/>
                </a:solidFill>
                <a:latin typeface="PingFang SC"/>
              </a:rPr>
              <a:t>四仓矩阵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4B5A"/>
                </a:solidFill>
                <a:latin typeface="PingFang SC"/>
              </a:rPr>
              <a:t>workloom（获客主仓）· workloom-im（IM 底座）· workloom-hotel（酒店垂直）· hyperreality-system（视频制作）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0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PingFang SC"/>
              </a:rPr>
              <a:t>让获客成为一门可测量的生意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PingFang SC"/>
              </a:rPr>
              <a:t>pnpm preview:all —— 现在就用 5 分钟看全貌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D6DE"/>
                </a:solidFill>
                <a:latin typeface="PingFang SC"/>
              </a:rPr>
              <a:t>文档索引：README · docs/SYSTEM-OVERVIEW.md（Agent 版详解）· docs/capabilities.auto.md（能力导览）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